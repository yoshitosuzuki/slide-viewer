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2468880"/>
            <a:ext cx="1024102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4000" b="1">
                <a:solidFill>
                  <a:srgbClr val="1D1D1F"/>
                </a:solidFill>
                <a:latin typeface="Helvetica Neue"/>
                <a:ea typeface="Hiragino Sans"/>
              </a:rPr>
              <a:t>slide-viewer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35" y="3840480"/>
            <a:ext cx="975335" cy="60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35" y="4251960"/>
            <a:ext cx="1024102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6E6E73"/>
                </a:solidFill>
                <a:latin typeface="Helvetica Neue"/>
                <a:ea typeface="Hiragino Sans"/>
              </a:rPr>
              <a:t>Web ページに埋め込むスライドビューア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1960" y="6172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</a:pPr>
            <a:r>
              <a:rPr sz="1200" b="0">
                <a:solidFill>
                  <a:srgbClr val="6E6E73"/>
                </a:solidFill>
                <a:latin typeface="Helvetica Neue"/>
                <a:ea typeface="Hiragin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617220"/>
            <a:ext cx="1024102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20"/>
              </a:spcAft>
            </a:pPr>
            <a:r>
              <a:rPr sz="3200" b="1">
                <a:solidFill>
                  <a:srgbClr val="1D1D1F"/>
                </a:solidFill>
                <a:latin typeface="Helvetica Neue"/>
                <a:ea typeface="Hiragino Sans"/>
              </a:rPr>
              <a:t>埋め込み方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35" y="1645920"/>
            <a:ext cx="975335" cy="50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35" y="2125980"/>
            <a:ext cx="1024102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script タグを1行読み込む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表示したい場所に div を1つ置く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data-deck に資料名を書く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1960" y="6172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</a:pPr>
            <a:r>
              <a:rPr sz="1200" b="0">
                <a:solidFill>
                  <a:srgbClr val="6E6E73"/>
                </a:solidFill>
                <a:latin typeface="Helvetica Neue"/>
                <a:ea typeface="Hiragin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617220"/>
            <a:ext cx="1024102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20"/>
              </a:spcAft>
            </a:pPr>
            <a:r>
              <a:rPr sz="3200" b="1">
                <a:solidFill>
                  <a:srgbClr val="1D1D1F"/>
                </a:solidFill>
                <a:latin typeface="Helvetica Neue"/>
                <a:ea typeface="Hiragino Sans"/>
              </a:rPr>
              <a:t>ページのめくり方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35" y="1645920"/>
            <a:ext cx="975335" cy="50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35" y="2125980"/>
            <a:ext cx="1024102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← → キー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スワイプ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前へ・次へボタン、サムネイル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1960" y="6172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</a:pPr>
            <a:r>
              <a:rPr sz="1200" b="0">
                <a:solidFill>
                  <a:srgbClr val="6E6E73"/>
                </a:solidFill>
                <a:latin typeface="Helvetica Neue"/>
                <a:ea typeface="Hiragin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617220"/>
            <a:ext cx="1024102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20"/>
              </a:spcAft>
            </a:pPr>
            <a:r>
              <a:rPr sz="3200" b="1">
                <a:solidFill>
                  <a:srgbClr val="1D1D1F"/>
                </a:solidFill>
                <a:latin typeface="Helvetica Neue"/>
                <a:ea typeface="Hiragino Sans"/>
              </a:rPr>
              <a:t>ダウンロードの設定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35" y="1645920"/>
            <a:ext cx="975335" cy="50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35" y="2125980"/>
            <a:ext cx="1024102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資料ごとに deck.json で許可・不許可を決める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ページ側でボタンを隠すこともできる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不許可の資料は PDF をサーバーに置かない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1960" y="6172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</a:pPr>
            <a:r>
              <a:rPr sz="1200" b="0">
                <a:solidFill>
                  <a:srgbClr val="6E6E73"/>
                </a:solidFill>
                <a:latin typeface="Helvetica Neue"/>
                <a:ea typeface="Hiragin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617220"/>
            <a:ext cx="1024102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20"/>
              </a:spcAft>
            </a:pPr>
            <a:r>
              <a:rPr sz="3200" b="1">
                <a:solidFill>
                  <a:srgbClr val="1D1D1F"/>
                </a:solidFill>
                <a:latin typeface="Helvetica Neue"/>
                <a:ea typeface="Hiragino Sans"/>
              </a:rPr>
              <a:t>資料の登録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35" y="1645920"/>
            <a:ext cx="975335" cy="50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35" y="2125980"/>
            <a:ext cx="1024102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tools/add-deck.sh 資料.pptx 資料名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PDF と PowerPoint のどちらでもよい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--download を付けると PDF も置く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1960" y="6172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</a:pPr>
            <a:r>
              <a:rPr sz="1200" b="0">
                <a:solidFill>
                  <a:srgbClr val="6E6E73"/>
                </a:solidFill>
                <a:latin typeface="Helvetica Neue"/>
                <a:ea typeface="Hiragin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617220"/>
            <a:ext cx="1024102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20"/>
              </a:spcAft>
            </a:pPr>
            <a:r>
              <a:rPr sz="3200" b="1">
                <a:solidFill>
                  <a:srgbClr val="1D1D1F"/>
                </a:solidFill>
                <a:latin typeface="Helvetica Neue"/>
                <a:ea typeface="Hiragino Sans"/>
              </a:rPr>
              <a:t>おわり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975335" y="1645920"/>
            <a:ext cx="975335" cy="50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35" y="2125980"/>
            <a:ext cx="1024102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D1D1F"/>
                </a:solidFill>
                <a:latin typeface="Helvetica Neue"/>
                <a:ea typeface="Hiragino Sans"/>
              </a:rPr>
              <a:t>このサンプルはダウンロードできる設定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1960" y="6172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</a:pPr>
            <a:r>
              <a:rPr sz="1200" b="0">
                <a:solidFill>
                  <a:srgbClr val="6E6E73"/>
                </a:solidFill>
                <a:latin typeface="Helvetica Neue"/>
                <a:ea typeface="Hiragino San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