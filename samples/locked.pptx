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4000" b="1">
                <a:solidFill>
                  <a:srgbClr val="1D1D1F"/>
                </a:solidFill>
                <a:latin typeface="Helvetica Neue"/>
                <a:ea typeface="Hiragino Sans"/>
              </a:rPr>
              <a:t>4:3 のサンプル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840480"/>
            <a:ext cx="731520" cy="60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5196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6E6E73"/>
                </a:solidFill>
                <a:latin typeface="Helvetica Neue"/>
                <a:ea typeface="Hiragino Sans"/>
              </a:rPr>
              <a:t>ダウンロードできない設定の資料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172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縦横比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50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59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資料ごとの縦横比に合わせて表示する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16:9 でも 4:3 でも崩れない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172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守っているもの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50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59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元の PDF はサーバーに置いていない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ページ画像は短時間だけ有効なトークンで返す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URL を別のブラウザに貼っても開けない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172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防げないもの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50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59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スクリーンショット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表示中の画像を1枚ずつ保存すること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172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おわり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50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59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このサンプルはダウンロードできない設定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